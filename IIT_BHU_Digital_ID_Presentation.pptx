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IIT-BHU Digital ID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CDDAFF"/>
                </a:solidFill>
              </a:defRPr>
            </a:pPr>
            <a:r>
              <a:t>A secure campus identity solution that uses QR codes, admin workflows, and student-driven request management.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589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5896E2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686800" cy="521208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/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Manual student identity and registration management is inefficient and error-prone.</a:t>
            </a:r>
          </a:p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Physical ID cards can be lost, forged, or difficult to replace quickly.</a:t>
            </a:r>
          </a:p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Campus entry checks require faster verification with improved privacy.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Goal of the system: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Provide a digital identity that is easy to issue and verify.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Keep access control secure while reducing manual intervention.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Enable students and admins to manage requests electronically.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320040" cy="6858000"/>
          </a:xfrm>
          <a:prstGeom prst="rect">
            <a:avLst/>
          </a:prstGeom>
          <a:solidFill>
            <a:srgbClr val="589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5896E2"/>
                </a:solidFill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686800" cy="521208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/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The platform enables students to request registration through a web portal.</a:t>
            </a:r>
          </a:p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Admins verify requests, approve profiles, and generate QR-based digital IDs.</a:t>
            </a:r>
          </a:p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Scanning the QR code instantly validates identity and logs the event.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Why this matters: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Speeds up campus entry and event access.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Improves operational efficiency for administration.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Increases student trust with transparent request tracking.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320040" cy="6858000"/>
          </a:xfrm>
          <a:prstGeom prst="rect">
            <a:avLst/>
          </a:prstGeom>
          <a:solidFill>
            <a:srgbClr val="589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5896E2"/>
                </a:solidFill>
              </a:defRPr>
            </a:pPr>
            <a:r>
              <a:t>Student Request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686800" cy="521208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/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Students access the portal with an official IIT-BHU Google email.</a:t>
            </a:r>
          </a:p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The request form captures full profile details, hostel preferences, and contact information.</a:t>
            </a:r>
          </a:p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Photo upload with preview ensures clear identity documentation.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Request submission flow: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Student fills mandatory fields and submits for review.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System sends a confirmation message on successful submission.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Admin reviews the request and can ask for additional documentation.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Benefits for students: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Faster support for registrations and updates.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Clear guidance on required information and status updates.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Reduced need for repeated in-person verification.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320040" cy="6858000"/>
          </a:xfrm>
          <a:prstGeom prst="rect">
            <a:avLst/>
          </a:prstGeom>
          <a:solidFill>
            <a:srgbClr val="589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5896E2"/>
                </a:solidFill>
              </a:defRPr>
            </a:pPr>
            <a:r>
              <a:t>Admin Portal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686800" cy="521208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/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Admin dashboard shows pending requests, active IDs, and scan history.</a:t>
            </a:r>
          </a:p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Admins can approve or reject student requests with comments.</a:t>
            </a:r>
          </a:p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The portal allows QR token generation, regeneration, and revocation.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Document management: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Upload or verify student photo proof during approval.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Download official ID cards as PDF for physical printing.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Maintain a complete audit trail of admin decisions.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Security controls: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Only authorized admins can access sensitive functions.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Role-based access helps separate approval and monitoring duties.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Admin actions are logged for accountability.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320040" cy="6858000"/>
          </a:xfrm>
          <a:prstGeom prst="rect">
            <a:avLst/>
          </a:prstGeom>
          <a:solidFill>
            <a:srgbClr val="589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5896E2"/>
                </a:solidFill>
              </a:defRPr>
            </a:pPr>
            <a:r>
              <a:t>QR Verification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686800" cy="521208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/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Each student receives a unique QR code linked to their digital ID.</a:t>
            </a:r>
          </a:p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Scanning triggers backend validation of the QR token and signature.</a:t>
            </a:r>
          </a:p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The system checks expiry, active status, and request history on every scan.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Scanner behavior: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Internal scanners display full student details for campus staff.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Public or external scanners show limited profile data only.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Scan results are stored in logs for later review.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Value delivered: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Eliminates guessing and manual ID checks.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Provides immediate verification feedback at checkpoints.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Improves safety with traceable access events.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320040" cy="6858000"/>
          </a:xfrm>
          <a:prstGeom prst="rect">
            <a:avLst/>
          </a:prstGeom>
          <a:solidFill>
            <a:srgbClr val="589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5896E2"/>
                </a:solidFill>
              </a:defRPr>
            </a:pPr>
            <a:r>
              <a:t>External Scan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686800" cy="521208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/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External scans intentionally hide phone numbers and contact details.</a:t>
            </a:r>
          </a:p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This protects student privacy whenever QR is scanned outside trusted devices.</a:t>
            </a:r>
          </a:p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Only essential identity fields are shown during public verification.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Privacy rules: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Phone and email are withheld for outside scan locations.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Sensitive profile details remain available only to authorized scanners.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Logs still record the scan event for audit purposes.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Why this is important: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Prevents misuse of student contact information.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Builds trust in the digital ID ecosystem.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Complies with basic privacy and data protection expectations.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320040" cy="6858000"/>
          </a:xfrm>
          <a:prstGeom prst="rect">
            <a:avLst/>
          </a:prstGeom>
          <a:solidFill>
            <a:srgbClr val="589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5896E2"/>
                </a:solidFill>
              </a:defRPr>
            </a:pPr>
            <a:r>
              <a:t>Security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686800" cy="521208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/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The system uses secure UUID tokens that cannot be guessed or reused easily.</a:t>
            </a:r>
          </a:p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Every QR code includes an HMAC-SHA256 signature to detect tampering.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Rate limiting and browser protections: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Rate limiting guards login and verification endpoints.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Cookie and session management adds another security layer.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Failed login attempts are monitored and restricted as needed.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Update hygiene: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Photo freshness checks require periodic image updates.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Token revocation lets admins disable compromised IDs quickly.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Status flags keep track of suspended or expired profiles.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320040" cy="6858000"/>
          </a:xfrm>
          <a:prstGeom prst="rect">
            <a:avLst/>
          </a:prstGeom>
          <a:solidFill>
            <a:srgbClr val="589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5896E2"/>
                </a:solidFill>
              </a:defRPr>
            </a:pPr>
            <a:r>
              <a:t>Data Model &amp;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686800" cy="521208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/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The app stores students, tokens, scan logs, and update requests in a database.</a:t>
            </a:r>
          </a:p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User profiles include registration status, expiry, photo path, and campus details.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Token records: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Store UUID and signature values separately.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Track when tokens are created, used, and revoked.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Allow safe regeneration after profile updates.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Scan logs: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Record date, time, location, and verification result.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Log device or user type that performed the scan.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Store additional notes for anomalies or failed scans.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Request lifecycle: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Student submits update request through the portal.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Admin reviews the request and either approves or rejects it.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Approvals can trigger a new QR issuance and profile changes.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320040" cy="6858000"/>
          </a:xfrm>
          <a:prstGeom prst="rect">
            <a:avLst/>
          </a:prstGeom>
          <a:solidFill>
            <a:srgbClr val="589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5896E2"/>
                </a:solidFill>
              </a:defRPr>
            </a:pPr>
            <a:r>
              <a:t>User Interface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686800" cy="521208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/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The student request portal has been redesigned for clarity and ease of use.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Layout improvements: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Clear section headings guide users through each step.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Inline instructions reduce confusion on required fields.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Clean spacing and larger buttons improve readability.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Navigation improvements: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Students quickly access registration, status, and support.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Minimalist dashboard reduces distractions.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Success pages give clear next-step instructions.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Visual polish: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Consistent color palette strengthens brand recognition.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Reduced card clutter helps users focus on actions.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Success and error feedback is more prominent.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320040" cy="6858000"/>
          </a:xfrm>
          <a:prstGeom prst="rect">
            <a:avLst/>
          </a:prstGeom>
          <a:solidFill>
            <a:srgbClr val="589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5896E2"/>
                </a:solidFill>
              </a:defRPr>
            </a:pPr>
            <a:r>
              <a:t>Deployment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686800" cy="521208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/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The app runs locally in a Python virtual environment for controlled development.</a:t>
            </a:r>
          </a:p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Dependencies are managed through requirements.txt for reproducibility.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Deployment checklist: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Configure Google OAuth client credentials for campus login.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Set environment variables for database and email credentials.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Ensure uploads and instance directories are writable by the app.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Testing checklist: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Verify student registration and email confirmation flows.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Test QR scanning from both internal and external contexts.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Validate admin approval, photo update, and token revocation behaviors.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320040" cy="6858000"/>
          </a:xfrm>
          <a:prstGeom prst="rect">
            <a:avLst/>
          </a:prstGeom>
          <a:solidFill>
            <a:srgbClr val="589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5896E2"/>
                </a:solidFill>
              </a:defRPr>
            </a:pPr>
            <a:r>
              <a:t>Benefits &amp; 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686800" cy="521208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/>
          <a:p>
            <a:pPr>
              <a:spcAft>
                <a:spcPts val="600"/>
              </a:spcAft>
              <a:defRPr sz="1900">
                <a:solidFill>
                  <a:srgbClr val="323A52"/>
                </a:solidFill>
                <a:latin typeface="Calibri"/>
              </a:defRPr>
            </a:pPr>
            <a:r>
              <a:t>The project improves identity verification efficiency and reduces manual overhead.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Core benefits: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Faster verification at campus gates and events.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Reduced paper-based ID dependency and improved record keeping.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Stronger student privacy for external scans.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Future roadmap: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Add mobile scanning apps and offline verification support.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Biometric validation and multi-factor login options.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Analytics dashboard for scan volume and approval metrics.</a:t>
            </a:r>
          </a:p>
          <a:p>
            <a:pPr>
              <a:spcAft>
                <a:spcPts val="400"/>
              </a:spcAft>
              <a:defRPr sz="1900" b="1">
                <a:solidFill>
                  <a:srgbClr val="323A52"/>
                </a:solidFill>
                <a:latin typeface="Calibri"/>
              </a:defRPr>
            </a:pPr>
            <a:r>
              <a:t>Long-term impact: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Create a unified digital campus identity platform.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Enable safe, fast access for students, staff, and visitors.</a:t>
            </a:r>
          </a:p>
          <a:p>
            <a:pPr lvl="1">
              <a:spcAft>
                <a:spcPts val="400"/>
              </a:spcAft>
              <a:defRPr sz="1800">
                <a:solidFill>
                  <a:srgbClr val="484F6C"/>
                </a:solidFill>
                <a:latin typeface="Calibri"/>
              </a:defRPr>
            </a:pPr>
            <a:r>
              <a:t>Support a scalable system for future IIT infrastructure needs.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320040" cy="6858000"/>
          </a:xfrm>
          <a:prstGeom prst="rect">
            <a:avLst/>
          </a:prstGeom>
          <a:solidFill>
            <a:srgbClr val="589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